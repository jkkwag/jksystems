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PATENT REVIEW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Scaneat 서비스
특허침해 검토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QR 기반 식당 주문·예약 통합 플랫폼의 핵심 사용 흐름을
화면 단위로 정리하여 유사 특허 비교 검토에 활용합니다.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480560"/>
            <a:ext cx="2194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26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① QR 스캔 접근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4480560"/>
            <a:ext cx="2194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526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② 메뉴 주문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4480560"/>
            <a:ext cx="2194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526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③ 테이블 예약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480560"/>
            <a:ext cx="2194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526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④ AI 도움 주문·예약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■ JKScaneat v1.0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72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작성일: 2026년 7월  |  플랫폼: Web (React Native Web)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97280"/>
            <a:ext cx="228600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2860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97316"/>
                </a:solidFill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QR 코드로 메뉴 접속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</a:rPr>
              <a:t>2 / 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097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이용 방법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02536" y="1993392"/>
            <a:ext cx="1847088" cy="3017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02536" y="2066544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7568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📷  카메라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02536" y="2304288"/>
            <a:ext cx="1847088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7568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2002536" y="2542032"/>
            <a:ext cx="1847088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4ADE80"/>
                </a:solidFill>
              </a:rPr>
              <a:t>┌ ─ ─ ─ ─ ─ ─ ─ ─ 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02536" y="2779776"/>
            <a:ext cx="1847088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7568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│   ▪ ▫ ▪   ▫ ▪ ▫  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02536" y="3017520"/>
            <a:ext cx="1847088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7568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│   ▫ ▪ ▫   ▪ ▫ ▪  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02536" y="3255264"/>
            <a:ext cx="1847088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568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│   ▪ ▫ ▪   ▫ ▪ ▫  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02536" y="3493008"/>
            <a:ext cx="1847088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7568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4ADE80"/>
                </a:solidFill>
              </a:rPr>
              <a:t>└ ─ ─ ─ ─ ─ ─ ─ ─ 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02536" y="3730752"/>
            <a:ext cx="1847088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7568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CA3AF"/>
                </a:solidFill>
              </a:rPr>
              <a:t>QR을 화면 안에 맞춰주세요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카메라로 QR 스캔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스마트폰 카메라 앱을 열고
테이블 위의 QR코드를 비추면 자동 인식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7725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77256" y="2066544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5040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🍽  스캔이트 레스토랑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77256" y="2304288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5040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테이블 3번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77256" y="2542032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5040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전체  |  한식  |  일식  |  음료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77256" y="2779776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5040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1F5F9"/>
                </a:solidFill>
              </a:rPr>
              <a:t>── ── ── ── ── ──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77256" y="3017520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5040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된장찌개         ₩8,000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77256" y="3255264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5040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연어 회덮밥    ₩14,000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77256" y="3493008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5040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비빔밥          ₩9,000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77256" y="3730752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5040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삼겹살 구이   ₩12,000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6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메뉴 화면 자동 진입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앱 설치 없이 브라우저에서 바로
메뉴가 열립니다. 테이블 번호 자동 인식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0" y="1097280"/>
            <a:ext cx="31089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핵심 특징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✓  앱 설치 불필요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✓  테이블 번호 자동 인식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✓  QR 1회 스캔으로 메뉴 진입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✓  UUID 기반 방문 이력 저장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370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✓  jsQR 라이브러리 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97316"/>
                </a:solidFill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메뉴 선택 → 장바구니 담기 → 결제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</a:rPr>
              <a:t>3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주문 흐름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957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9576" y="2066544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된장찌개  ·  한식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9576" y="2304288"/>
            <a:ext cx="1847088" cy="2560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179576" y="2542032"/>
            <a:ext cx="1847088" cy="2560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[메뉴 이미지]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9576" y="2779776"/>
            <a:ext cx="1847088" cy="2560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97316"/>
                </a:solidFill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179576" y="3017520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</a:rPr>
              <a:t>된장찌개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9576" y="3255264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272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</a:rPr>
              <a:t>구수한 된장으로 끓인 찌개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9576" y="3493008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272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</a:rPr>
              <a:t>₩8,000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79576" y="3730752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272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수량  −  1  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79576" y="3968496"/>
            <a:ext cx="1847088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2728" y="39684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🛒 장바구니 담기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메뉴 상세 선택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메뉴 터치 → 옵션·수량 선택
장바구니에 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9204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8853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88536" y="2066544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🍽  스캔이트 레스토랑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8536" y="2304288"/>
            <a:ext cx="1847088" cy="2560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2542032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168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</a:rPr>
              <a:t>🛒  장바구니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88536" y="2779776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6168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된장찌개  ×1      ₩8,000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88536" y="3017520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6168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연어회덮밥  ×1  ₩14,000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3255264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6168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1F5F9"/>
                </a:solidFill>
              </a:rPr>
              <a:t>─ ─ ─ ─ ─ ─ ─ ─ ─ 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88536" y="3493008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6168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</a:rPr>
              <a:t>합계            ₩22,000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88536" y="3730752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6168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🍽 매장주문  |  📦 포장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88536" y="3968496"/>
            <a:ext cx="1847088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61688" y="39684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주문하기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장바구니 확인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담은 메뉴·금액 확인
매장주문 / 포장주문 선택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0100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9749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97496" y="2066544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7064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💳  결제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97496" y="2304288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7064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</a:rPr>
              <a:t>주문 내역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97496" y="2542032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7064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된장찌개 ×1       ₩8,000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97496" y="2779776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7064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연어회덮밥 ×1  ₩14,000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97496" y="3017520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7064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97316"/>
                </a:solidFill>
              </a:rPr>
              <a:t>총 결제금액    ₩22,000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97496" y="3255264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064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</a:rPr>
              <a:t>결제 수단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97496" y="3493008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7064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💳 카드   📱 카카오페이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97496" y="3730752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7064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🏦 계좌이체  🍎 애플페이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97496" y="3968496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70648" y="39684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₩22,000  결제하기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4672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간편 결제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TossPayments 연동
카드·카카오페이·계좌이체 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97316"/>
                </a:solidFill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테이블 예약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</a:rPr>
              <a:t>4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예약 흐름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957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9576" y="2066544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🪑  테이블 예약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9576" y="2304288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전체  |  2인  |  4인  |  단체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9576" y="2542032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97316"/>
                </a:solidFill>
              </a:rPr>
              <a:t>A-1 ●선택됨    A-2 ✗예약중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9576" y="2779776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A-3 2인석       B-1 4인석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9576" y="3017520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</a:rPr>
              <a:t>B-2 ✗예약중   B-3 4인석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9576" y="3255264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272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C-1 2인석       C-2 단체석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9576" y="3493008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272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179576" y="3730752"/>
            <a:ext cx="1847088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272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날짜·시간 선택하기 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좌석 선택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예약 가능 좌석 목록 확인
원하는 좌석 터치로 선택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9204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853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88536" y="2066544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📅  날짜 · 시간 설정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8536" y="2304288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2026년 7월      ‹  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8536" y="2542032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</a:rPr>
              <a:t>일 월 화 수 목 금 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2779776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168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      1   2   3   4   5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88536" y="3017520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6168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6   7   8   9  10  11 ●12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88536" y="3255264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6168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시간:  11:00  ●12:00  13:00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3493008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6168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인원:  −  2명  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88536" y="3730752"/>
            <a:ext cx="1847088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6168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예약 신청하기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날짜·시간·인원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달력에서 날짜 선택
시간대·방문 인원 설정 후 신청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0100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9749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97496" y="2066544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7064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</a:rPr>
              <a:t>✅  예약 신청 완료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97496" y="2304288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7064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7397496" y="2542032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7064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97316"/>
                </a:solidFill>
              </a:rPr>
              <a:t>260712-48291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97496" y="2779776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7064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</a:rPr>
              <a:t>─ ─ ─ ─ ─ ─ ─ 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97496" y="3017520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7064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좌석     A-1 (2인석)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97496" y="3255264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7064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날짜     2026.07.12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97496" y="3493008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7064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시간     12:00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97496" y="3730752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064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인원     2명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97496" y="3968496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70648" y="39684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97316"/>
                </a:solidFill>
              </a:rPr>
              <a:t>승인 대기중 ⏳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4672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예약 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예약번호 발급
사업자 승인 후 최종 확정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97316"/>
                </a:solidFill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4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AI 도움을 이용한 주문 및 예약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</a:rPr>
              <a:t>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AI 이용 흐름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957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9576" y="2066544"/>
            <a:ext cx="1847088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🍽  스캔이트 레스토랑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9576" y="2304288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전체  |  한식  |  음료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9576" y="2542032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된장찌개         ₩8,000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9576" y="2779776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연어 회덮밥    ₩14,000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9576" y="3017520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비빔밥           ₩9,000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9576" y="3255264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272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179576" y="3493008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272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179576" y="3730752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272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179576" y="3968496"/>
            <a:ext cx="1847088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2728" y="39684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✦ AI도움                 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AI도움 버튼 터치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메뉴 화면 하단
✦ AI도움 버튼을 누르면
AI 채팅 창이 열립니다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9204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8853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88536" y="2066544"/>
            <a:ext cx="1847088" cy="2560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✦ AI 메뉴 추천  ·  Scaneat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8536" y="2304288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[AI] 어떤 음식 드시고 싶으세요?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2542032"/>
            <a:ext cx="1847088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168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[나] 맵지 않은 걸로 추천해줘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88536" y="2779776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6168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[AI] 된장찌개 어떠세요? 맵지 않아요!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88536" y="3017520"/>
            <a:ext cx="1847088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6168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97316"/>
                </a:solidFill>
              </a:rPr>
              <a:t>─ 장바구니에 담을까요? 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3255264"/>
            <a:ext cx="1847088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6168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</a:rPr>
              <a:t>된장찌개  ₩8,000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88536" y="3493008"/>
            <a:ext cx="1847088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6168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97316"/>
                </a:solidFill>
              </a:rPr>
              <a:t>아니요  |  🛒 담기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88536" y="3730752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6168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288536" y="3968496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61688" y="39684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</a:rPr>
              <a:t>메시지 입력...          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AI와 대화로 주문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자유롭게 말하면 AI가 추천
바로 장바구니에 담아줍니다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0" y="1737360"/>
            <a:ext cx="20116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01000" y="1847088"/>
            <a:ext cx="640080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97496" y="1993392"/>
            <a:ext cx="1847088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97496" y="2066544"/>
            <a:ext cx="1847088" cy="2560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7064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✦ AI 메뉴 추천  ·  Scaneat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97496" y="2304288"/>
            <a:ext cx="1847088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70648" y="2304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[나] 오늘 저녁 7시 2명 예약해줘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97496" y="2542032"/>
            <a:ext cx="184708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70648" y="25420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[AI] 이름·전화번호를 알려주세요!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97496" y="2779776"/>
            <a:ext cx="1847088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70648" y="2779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</a:rPr>
              <a:t>[나] 홍길동, 010-1234-5678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97496" y="3017520"/>
            <a:ext cx="1847088" cy="2560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70648" y="30175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D4ED8"/>
                </a:solidFill>
              </a:rPr>
              <a:t>─ 개인정보 수집 동의 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97496" y="3255264"/>
            <a:ext cx="1847088" cy="2560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0648" y="32552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· 수집: 이름, 전화번호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97496" y="3493008"/>
            <a:ext cx="1847088" cy="2560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70648" y="34930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F172A"/>
                </a:solidFill>
              </a:rPr>
              <a:t>· 목적: 예약 확인 및 안내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97496" y="3730752"/>
            <a:ext cx="1847088" cy="2560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70648" y="37307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97316"/>
                </a:solidFill>
              </a:rPr>
              <a:t>동의 안함  |  ✓ 동의하고 예약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97496" y="3968496"/>
            <a:ext cx="18470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70648" y="39684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</a:rPr>
              <a:t>메시지 입력...          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46720" y="5120640"/>
            <a:ext cx="548640" cy="36576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0" y="5440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STEP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0" y="5641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AI로 예약 신청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0" y="5760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"저녁 7시 2명 예약해줘" 입력 시
AI가 자동으로 예약 신청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