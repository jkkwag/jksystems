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97316"/>
                </a:solidFill>
              </a:rPr>
              <a:t>PATENT REVIEW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749807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Scaneat 서비스
특허침해 검토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QR 기반 식당 주문·예약 통합 플랫폼의 핵심 사용 흐름을
화면 단위로 정리하여 유사 특허 비교 검토에 활용합니다.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8912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41655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① QR 스캔 접근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38912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441655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② 메뉴 주문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438912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8" y="441655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③ 테이블 예약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438912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441655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④ AI 도움 주문·예약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424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JK Scaneat  v1.0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4476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</a:rPr>
              <a:t>작성일: 2026년 7월  ·  플랫폼: Web (React Native Web)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051560"/>
            <a:ext cx="2468880" cy="475488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81160" y="1261872"/>
            <a:ext cx="2286000" cy="440740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2b446f86-44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1261872"/>
            <a:ext cx="2286000" cy="4407408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89720" y="1051560"/>
            <a:ext cx="2468880" cy="475488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72700" y="1124712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95560" y="5724144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10312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73736"/>
            <a:ext cx="9144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QR 코드로 메뉴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2286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2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68096"/>
            <a:ext cx="11704320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05840"/>
            <a:ext cx="3566160" cy="52120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9844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97316"/>
                </a:solidFill>
              </a:rPr>
              <a:t>QR 코드 스캔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① 스마트폰 기본 카메라 앱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945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별도 앱 설치 없이 기본 카메라로 인식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8803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② 테이블 위 QR코드에 카메라 겨냥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154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테이블마다 고유 QR코드 부착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8404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③ 브라우저 자동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1148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인식 즉시 Scaneat 메뉴 페이지로 이동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8006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④ 테이블 번호 자동 인식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50749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</a:rPr>
              <a:t>URL 파라미터로 테이블 번호 자동 전달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7952" y="3401568"/>
            <a:ext cx="402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0CCD8"/>
                </a:solidFill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59" y="1325880"/>
            <a:ext cx="2834640" cy="539496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29399" y="1536192"/>
            <a:ext cx="2651760" cy="504748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2b446f86-44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399" y="1536192"/>
            <a:ext cx="2651760" cy="504748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537959" y="1325880"/>
            <a:ext cx="2834640" cy="539496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03819" y="1399032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26679" y="6638544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6044184"/>
            <a:ext cx="3017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624535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메뉴 화면 자동 진입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653796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앱 설치 없이 브라우저에서 바로 메뉴가 열립니다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10312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73736"/>
            <a:ext cx="9144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메뉴 선택 → 장바구니 담기 → 결제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2286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3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68096"/>
            <a:ext cx="11704320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6876" y="1275588"/>
            <a:ext cx="2103120" cy="406908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28316" y="1485900"/>
            <a:ext cx="1920240" cy="372160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2b446f86-44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485900"/>
            <a:ext cx="1920240" cy="37216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436876" y="1275588"/>
            <a:ext cx="2103120" cy="406908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6976" y="134874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59836" y="52623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5436" y="5532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5436" y="5733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메뉴 선택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5436" y="60441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메뉴 탭 터치 → 담기(+) 버튼으로
장바구니에 추가합니다.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54096"/>
            <a:ext cx="402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0CCD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275588"/>
            <a:ext cx="2103120" cy="406908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4356" y="1485900"/>
            <a:ext cx="1920240" cy="372160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c73c755-447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4356" y="1485900"/>
            <a:ext cx="1920240" cy="37216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042916" y="1275588"/>
            <a:ext cx="2103120" cy="406908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3016" y="134874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5876" y="52623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1476" y="5532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1476" y="5733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장바구니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1476" y="60441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담은 메뉴·수량·금액 확인 후
매장주문 / 포장주문 선택 → 주문하기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054096"/>
            <a:ext cx="402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0CCD8"/>
                </a:solidFill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48956" y="1275588"/>
            <a:ext cx="2103120" cy="406908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40396" y="1485900"/>
            <a:ext cx="1920240" cy="372160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919a7bfb-44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0396" y="1485900"/>
            <a:ext cx="1920240" cy="3721608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648956" y="1275588"/>
            <a:ext cx="2103120" cy="406908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49056" y="134874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71916" y="52623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57516" y="5532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7516" y="5733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간편 결제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7516" y="60441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TossPayments 결제 모달 팝업
주문 내역 확인 후 결제하기 버튼 터치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10312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73736"/>
            <a:ext cx="9144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테이블 예약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2286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4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68096"/>
            <a:ext cx="11704320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31236" y="955548"/>
            <a:ext cx="2743200" cy="507492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22676" y="1165860"/>
            <a:ext cx="2560320" cy="472744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58b38541-44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676" y="1165860"/>
            <a:ext cx="2560320" cy="47274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031236" y="955548"/>
            <a:ext cx="2743200" cy="507492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51376" y="10287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74236" y="59481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9836" y="61447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9836" y="6345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좌석 선택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59836" y="66568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인원별(2인·4인·단체) 필터 후
원하는 좌석 카드를 터치해 선택하세요.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3308" y="3236976"/>
            <a:ext cx="402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0CCD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4516" y="955548"/>
            <a:ext cx="2743200" cy="507492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05956" y="1165860"/>
            <a:ext cx="2560320" cy="472744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29ec6d64-44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165860"/>
            <a:ext cx="2560320" cy="472744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414516" y="955548"/>
            <a:ext cx="2743200" cy="507492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102870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57516" y="59481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3116" y="61447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3116" y="6345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날짜·시간·인원 설정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3116" y="66568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날짜 입력, 인원 조절(−/+), 시간대 선택 후
예약하기 버튼을 누르세요.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005840"/>
            <a:ext cx="2011680" cy="512064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85832" y="1207008"/>
            <a:ext cx="1783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97316"/>
                </a:solidFill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85832" y="1426464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예약 완료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85832" y="1874520"/>
            <a:ext cx="1783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✅  예약 신청 완료
예약번호 발급
사업자 승인 후
최종 확정
예약번호로
채팅 문의 가능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85832" y="53218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85832" y="53218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97316"/>
                </a:solidFill>
              </a:rPr>
              <a:t>승인 대기중 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10312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9456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73736"/>
            <a:ext cx="9144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AI 도움을 이용한 주문 및 예약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2286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</a:rPr>
              <a:t>5 /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68096"/>
            <a:ext cx="11704320" cy="3200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6876" y="1275588"/>
            <a:ext cx="2103120" cy="406908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28316" y="1485900"/>
            <a:ext cx="1920240" cy="372160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2b446f86-44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485900"/>
            <a:ext cx="1920240" cy="372160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436876" y="1275588"/>
            <a:ext cx="2103120" cy="406908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6976" y="134874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59836" y="52623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5436" y="5532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5436" y="5733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AI도움 버튼 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5436" y="60441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메뉴 화면 하단 ✦ AI도움 버튼 터치
AI 메뉴 추천 채팅 창이 열립니다.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54096"/>
            <a:ext cx="402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0CCD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2916" y="1275588"/>
            <a:ext cx="2103120" cy="4069080"/>
          </a:xfrm>
          <a:prstGeom prst="roundRect">
            <a:avLst>
              <a:gd name="adj" fmla="val 7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4356" y="1485900"/>
            <a:ext cx="1920240" cy="3721608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d500c01-448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4356" y="1485900"/>
            <a:ext cx="1920240" cy="37216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042916" y="1275588"/>
            <a:ext cx="2103120" cy="4069080"/>
          </a:xfrm>
          <a:prstGeom prst="roundRect">
            <a:avLst>
              <a:gd name="adj" fmla="val 7000"/>
            </a:avLst>
          </a:prstGeom>
          <a:noFill/>
          <a:ln w="3810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3016" y="1348740"/>
            <a:ext cx="502920" cy="7315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5876" y="5262372"/>
            <a:ext cx="457200" cy="32004"/>
          </a:xfrm>
          <a:prstGeom prst="rect">
            <a:avLst/>
          </a:prstGeom>
          <a:solidFill>
            <a:srgbClr val="5565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1476" y="5532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1476" y="5733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AI와 대화로 주문·예약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1476" y="60441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원하는 음식이나 예약 요청을 자유롭게
입력하면 AI가 처리해줍니다.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96328" y="3054096"/>
            <a:ext cx="4023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0CCD8"/>
                </a:solidFill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48956" y="1275588"/>
            <a:ext cx="2103120" cy="406908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6972" y="14401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7316"/>
                </a:solidFill>
              </a:rPr>
              <a:t>✦ AI 예약 신청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972" y="1915668"/>
            <a:ext cx="190195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"오늘 저녁 7시
2명 예약해줘"
↓
AI가 이름·전화번호
수집
↓
개인정보 동의 확인
↓
자동 예약 신청 완료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516" y="55321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97316"/>
                </a:solidFill>
              </a:rPr>
              <a:t>STEP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7516" y="57332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172A"/>
                </a:solidFill>
              </a:rPr>
              <a:t>AI로 예약 신청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7516" y="604418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</a:rPr>
              <a:t>대화형으로 날짜·인원 입력 시
AI가 예약 정보를 수집·신청합니다.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